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7337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33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FINTECH PROGRAMMING ASSIGNMENT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FinWise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Financial Analysis and Smart Budget Assistant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0" cy="9601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Module: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LLM Applications with LangChain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477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+ demo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— NOT FINANCIAL ADVICE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FinWise AI Needs to Exist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FinTech startup wants an AI-powered prototype that helps individuals understand where their money goes each month — replacing generic online advice with insight grounded in a person's actual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36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spending picture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5478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a structured view of where income actually goes each month.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970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doesn't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5079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budgeting tips rarely reflect an individual's real income and expenses.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1572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patterns go unnoticed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4681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and overspending trends are hard to spot without analysis.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4846320" cy="4617720"/>
          </a:xfrm>
          <a:prstGeom prst="roundRect">
            <a:avLst>
              <a:gd name="adj" fmla="val 1584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FinWise AI Delivers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423160"/>
            <a:ext cx="4251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income and expenses, categorized by type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high-expense areas and savings potential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personalized budget strategy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potential financial-risk patterns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clear monthly financial summary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553212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55321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only — not real investment advice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ChatOpenAI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app to an OpenAI chat model via LangChain.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08576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deterministic + AI 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Python calculations with LLM-generated insight.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11312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9912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67344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reusable prompts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67344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PromptTemplate and ChatPromptTemplate structures.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79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message types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285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SystemMessage, HumanMessage, and AIMessage correctly.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40507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8576" y="4279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36008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structured JSON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6008" y="5285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safely parse a strict JSON output schema.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11312" y="40507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439912" y="4279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67344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chains &amp; streaming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67344" y="5285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reusable LLMChain with streaming + caching.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FinWise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965960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87452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334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Framework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724912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63347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(core, openai, community)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924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3483864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339242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e.g. gpt-4o-mini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5137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4242816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415137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103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5001768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91032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 file)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69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31920" y="5760720"/>
            <a:ext cx="0" cy="438912"/>
          </a:xfrm>
          <a:prstGeom prst="line">
            <a:avLst/>
          </a:prstGeom>
          <a:noFill/>
          <a:ln w="12700">
            <a:solidFill>
              <a:srgbClr val="3F4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566928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+ SQLiteCache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Input to AI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8008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27736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7736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income, expenses &amp; goal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09648" y="3200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10816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520544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20544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ratios &amp; scores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02456" y="3200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3624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4413352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3352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inserted into LangChain prompts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95264" y="3200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6432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616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6160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analyzes financial situation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88072" y="3200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8924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98968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98968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structured JSON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80880" y="3200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82048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1776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91776" y="31546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renders live 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8008" y="44805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/>
          <p:nvPr/>
        </p:nvSpPr>
        <p:spPr>
          <a:xfrm>
            <a:off x="865480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69768" y="44805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517240" y="4462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(LangChain)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calculations and generative insight are kept in separate layers — Python owns the math, the LLM owns the narrative.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financial_calculator.py Must Compute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same inputs always yield the same outputs. Guard against divide-by-zero when income is 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of all expense categories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715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715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monthly_income − total_expenses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282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282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(savings / monthly_income) × 100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8496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(total_expenses / monthly_income) × 100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526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Score (0–100)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4526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heuristic: savings, leftover,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ratio, debt burden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1488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Collected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83464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expense categories (housing, food, transport, utilities, education, healthcare, entertainment, debt, other)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savings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goal (save, emergency fund, pay off debt, vacation, business, budgeting)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You Must Wire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7830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app to the OpenAI 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41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4414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educational financial-assistant role + safety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9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30998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income, expenses, calculations, and goal dynamically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an assistant reply is represented in conversation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PromptTemplate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17830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single-string template with financial variables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44144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441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4414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messages carrying safety rules and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09981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099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0998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reusable chain that processes financial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75818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exact schema; validate and handle invalid JSON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JSON Schema the LLM Must Return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526280"/>
          </a:xfrm>
          <a:prstGeom prst="roundRect">
            <a:avLst>
              <a:gd name="adj" fmla="val 1616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"financial_summary": "",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"financial_health_score": 0,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"spending_analysis": [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"category": "",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"observation": "",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"recommendation": ""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"top_priorities": [],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"budget_recommendations": [],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"savings_strategy": [],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"next_month_action_plan": []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Score Bands (educational only)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8" name="Shape 6"/>
          <p:cNvSpPr/>
          <p:nvPr/>
        </p:nvSpPr>
        <p:spPr>
          <a:xfrm>
            <a:off x="7022592" y="24140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7A4C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2860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0" y="22860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306324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7022592" y="31912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3063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30632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healthy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384048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22592" y="39684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9A3B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0" y="38404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61772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273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22592" y="47457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4617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40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4617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Sidebar, Overview, and AI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title + project info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disclaimer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selection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Reset-session button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7830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562856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62856" y="25146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st.metric: income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st.metric: total expenses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st.metric: remaining balance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st.metric: current savings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19872" y="17830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48472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25146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(progress bar)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analysis + risk level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budget recs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strategy, tabs, expanders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InMemoryCache vs SQLiteCache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In-memory: fastest, one session, no restart survival.  •  SQLite: fast, persists across sessions in a .db 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100 Marks Break 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&amp; UX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0" y="1801368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801368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691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231136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231136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511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integration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2660904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2660904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51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809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0" y="3090672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3090672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9809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10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&amp; messages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3520440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0" y="3520440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4107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3950208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0" y="3950208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840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70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4379976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4379976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270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7000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0" y="4809744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0" y="4809744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700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1297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0" y="5239512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5239512"/>
            <a:ext cx="176784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5129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559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docs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0" y="5669280"/>
            <a:ext cx="2651760" cy="164592"/>
          </a:xfrm>
          <a:prstGeom prst="roundRect">
            <a:avLst>
              <a:gd name="adj" fmla="val 16667"/>
            </a:avLst>
          </a:prstGeom>
          <a:solidFill>
            <a:srgbClr val="273377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0" y="5669280"/>
            <a:ext cx="88392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55595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86600" y="1691640"/>
            <a:ext cx="4526280" cy="4160520"/>
          </a:xfrm>
          <a:prstGeom prst="roundRect">
            <a:avLst>
              <a:gd name="adj" fmla="val 1758"/>
            </a:avLst>
          </a:prstGeom>
          <a:solidFill>
            <a:srgbClr val="273377"/>
          </a:solidFill>
          <a:ln/>
        </p:spPr>
      </p:sp>
      <p:sp>
        <p:nvSpPr>
          <p:cNvPr id="45" name="Text 43"/>
          <p:cNvSpPr/>
          <p:nvPr/>
        </p:nvSpPr>
        <p:spPr>
          <a:xfrm>
            <a:off x="736092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60920" y="2423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with the full file structure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requirements.txt + .env.example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setup, run steps, caching explainer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 or live demo of streaming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Well-commented, modular code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educational prototype only — not real financial advice.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2026-08-27T15:33:02Z</dcterms:created>
  <dcterms:modified xsi:type="dcterms:W3CDTF">2026-08-27T15:33:02Z</dcterms:modified>
</cp:coreProperties>
</file>